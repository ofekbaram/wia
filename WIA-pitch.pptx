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0A06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926080"/>
            <a:ext cx="4114800" cy="41148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0A06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03320" y="868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03320" y="8686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REAL-TIME · LIVE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spc="800" kern="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pPr algn="ctr" indent="0" marL="0">
              <a:buNone/>
            </a:pPr>
            <a:r>
              <a:rPr lang="en-US" sz="13000" b="1" spc="800" kern="0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pPr algn="ctr" indent="0" marL="0">
              <a:buNone/>
            </a:pPr>
            <a:r>
              <a:rPr lang="en-US" sz="13000" b="1" spc="8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is around — right now?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social layer on top of every place.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22192" y="47365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4645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wia-orcin.vercel.app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 apps show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exists.</a:t>
            </a:r>
            <a:pPr algn="l" indent="0" marL="0">
              <a:buNone/>
            </a:pPr>
            <a:r>
              <a:rPr lang="en-US" sz="3000" b="1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We show </a:t>
            </a:r>
            <a:pPr algn="l"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who's HERE.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APPS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37760" y="14173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023360" cy="64008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with strangers across the city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874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37760" y="1874520"/>
            <a:ext cx="3749040" cy="640080"/>
          </a:xfrm>
          <a:prstGeom prst="rect">
            <a:avLst/>
          </a:prstGeom>
          <a:solidFill>
            <a:srgbClr val="16101F"/>
          </a:solidFill>
          <a:ln w="9525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874520"/>
            <a:ext cx="54864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874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people in the same room as you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023360" cy="64008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51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permanent dating profiles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6517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37760" y="2651760"/>
            <a:ext cx="3749040" cy="640080"/>
          </a:xfrm>
          <a:prstGeom prst="rect">
            <a:avLst/>
          </a:prstGeom>
          <a:solidFill>
            <a:srgbClr val="16101F"/>
          </a:solidFill>
          <a:ln w="9525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651760"/>
            <a:ext cx="54864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presence, fresh selfie, real moment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4023360" cy="64008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swipes, no real-world signal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3429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937760" y="3429000"/>
            <a:ext cx="3749040" cy="640080"/>
          </a:xfrm>
          <a:prstGeom prst="rect">
            <a:avLst/>
          </a:prstGeom>
          <a:solidFill>
            <a:srgbClr val="16101F"/>
          </a:solidFill>
          <a:ln w="9525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429000"/>
            <a:ext cx="54864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3429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geofence + QR scan = verified presence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not here, you can't see anyone. Presence is earned, not browsed.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QR to in-the-room in under a minute.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8056" y="1417320"/>
            <a:ext cx="1993392" cy="274320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8056" y="1417320"/>
            <a:ext cx="199339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6002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85216" y="21305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85216" y="2441448"/>
            <a:ext cx="36576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253288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Tap the WIA QR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" y="306324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venue has QR codes on tables, walls, and entrance.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2888" y="1417320"/>
            <a:ext cx="1993392" cy="274320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2888" y="1417320"/>
            <a:ext cx="1993392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16002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70048" y="21305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70048" y="2441448"/>
            <a:ext cx="365760" cy="18288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253288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within 50m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70048" y="306324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confirms you're physically at the venue.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93392" cy="274320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417320"/>
            <a:ext cx="199339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002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54880" y="21305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PRESENCE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441448"/>
            <a:ext cx="36576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53288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Selfie · vibe · email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306324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selfie, name + age + gender, one short status, email saved once.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02552" y="1417320"/>
            <a:ext cx="1993392" cy="274320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02552" y="1417320"/>
            <a:ext cx="19933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16002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839712" y="21305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ROOM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39712" y="2441448"/>
            <a:ext cx="36576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253288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everyone live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39712" y="306324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likes. Mutual like → chat unlocks.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out of the venue → you disconnect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product. </a:t>
            </a:r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users. </a:t>
            </a:r>
            <a:pPr algn="l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1325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16276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identity, for life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848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email saved once. Reused silently across every venue you ever visit. No re-signups.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63040"/>
            <a:ext cx="73152" cy="1325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40680" y="16276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presence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20848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 + Postgres. When a friend walks in, the room updates within seconds.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32588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73152" cy="1325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3444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selfies, never gallery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5478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iOS-native camera. Stored in Supabase Storage. Auto-deleted when the session ends.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32588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2608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4068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by default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35478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Per-room RLS, geofence eviction, scan-only entry. People not at the venue can't see you.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DB today, friend-testing live. Production-ready architecture from day 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bar, festival, club, gym, campus =
</a:t>
            </a:r>
            <a:pPr algn="l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live room.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4023360" cy="219456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74520"/>
            <a:ext cx="402336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75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VENUES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386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your room into a social moment.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posters on tables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guest engagement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listings, branded rooms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placements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874520"/>
            <a:ext cx="4023360" cy="2194560"/>
          </a:xfrm>
          <a:prstGeom prst="rect">
            <a:avLst/>
          </a:prstGeom>
          <a:solidFill>
            <a:srgbClr val="16101F"/>
          </a:solidFill>
          <a:ln w="9525">
            <a:solidFill>
              <a:srgbClr val="2A23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874520"/>
            <a:ext cx="40233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075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386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effect, compounded by city.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8346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scales to 50k MAUs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Per-venue subscriptions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partnerships in nightlife/events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premium discovery features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wia-orcin.vercel.app</a:t>
            </a:r>
            <a:pPr algn="ctr" indent="0" marL="0">
              <a:buNone/>
            </a:pPr>
            <a:r>
              <a:rPr lang="en-US" sz="1400" dirty="0">
                <a:solidFill>
                  <a:srgbClr val="3F3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first 100 venues.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WIA – Who Is Around</dc:title>
  <dc:subject>PptxGenJS Presentation</dc:subject>
  <dc:creator>WIA</dc:creator>
  <cp:lastModifiedBy>WIA</cp:lastModifiedBy>
  <cp:revision>1</cp:revision>
  <dcterms:created xsi:type="dcterms:W3CDTF">2026-05-24T14:52:48Z</dcterms:created>
  <dcterms:modified xsi:type="dcterms:W3CDTF">2026-05-24T14:52:48Z</dcterms:modified>
</cp:coreProperties>
</file>